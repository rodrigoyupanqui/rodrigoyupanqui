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56000" cy="2196000"/>
  <p:notesSz cx="2196000" cy="34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Frente. Tamaño final 90x55 mm; el borde exterior de 3 mm es sangrado y se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Reverso. Confirmar el usuario de Instagram antes de imprimir.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que amarillo"/>
          <p:cNvSpPr/>
          <p:nvPr/>
        </p:nvSpPr>
        <p:spPr>
          <a:xfrm>
            <a:off x="0" y="0"/>
            <a:ext cx="1368000" cy="2196000"/>
          </a:xfrm>
          <a:prstGeom prst="rect">
            <a:avLst/>
          </a:prstGeom>
          <a:solidFill>
            <a:srgbClr val="F3D34A"/>
          </a:solidFill>
          <a:ln/>
        </p:spPr>
      </p:sp>
      <p:sp>
        <p:nvSpPr>
          <p:cNvPr id="3" name="logo delta"/>
          <p:cNvSpPr txBox="1"/>
          <p:nvPr/>
        </p:nvSpPr>
        <p:spPr>
          <a:xfrm>
            <a:off x="108000" y="396000"/>
            <a:ext cx="126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8000" dirty="0"/>
          </a:p>
        </p:txBody>
      </p:sp>
      <p:sp>
        <p:nvSpPr>
          <p:cNvPr id="4" name="logo nombre"/>
          <p:cNvSpPr txBox="1"/>
          <p:nvPr/>
        </p:nvSpPr>
        <p:spPr>
          <a:xfrm>
            <a:off x="108000" y="1260000"/>
            <a:ext cx="1260000" cy="30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50" kern="0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2600" dirty="0"/>
          </a:p>
        </p:txBody>
      </p:sp>
      <p:sp>
        <p:nvSpPr>
          <p:cNvPr id="5" name="logo lema"/>
          <p:cNvSpPr txBox="1"/>
          <p:nvPr/>
        </p:nvSpPr>
        <p:spPr>
          <a:xfrm>
            <a:off x="108000" y="1641600"/>
            <a:ext cx="126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de números y ciencias</a:t>
            </a:r>
            <a:endParaRPr lang="en-US" sz="600" dirty="0"/>
          </a:p>
        </p:txBody>
      </p:sp>
      <p:sp>
        <p:nvSpPr>
          <p:cNvPr id="6" name="titular"/>
          <p:cNvSpPr txBox="1"/>
          <p:nvPr/>
        </p:nvSpPr>
        <p:spPr>
          <a:xfrm>
            <a:off x="1584000" y="360000"/>
            <a:ext cx="162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 hijo(a) también puede </a:t>
            </a:r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2000" dirty="0"/>
          </a:p>
        </p:txBody>
      </p:sp>
      <p:sp>
        <p:nvSpPr>
          <p:cNvPr id="7" name="nivel Secundaria"/>
          <p:cNvSpPr/>
          <p:nvPr/>
        </p:nvSpPr>
        <p:spPr>
          <a:xfrm>
            <a:off x="1584000" y="1296000"/>
            <a:ext cx="594000" cy="158400"/>
          </a:xfrm>
          <a:prstGeom prst="roundRect">
            <a:avLst>
              <a:gd name="adj" fmla="val 46182"/>
            </a:avLst>
          </a:prstGeom>
          <a:ln w="7620">
            <a:solidFill>
              <a:srgbClr val="A9BD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4000" y="1296000"/>
            <a:ext cx="594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630" dirty="0"/>
          </a:p>
        </p:txBody>
      </p:sp>
      <p:sp>
        <p:nvSpPr>
          <p:cNvPr id="9" name="nivel Pre"/>
          <p:cNvSpPr/>
          <p:nvPr/>
        </p:nvSpPr>
        <p:spPr>
          <a:xfrm>
            <a:off x="2232000" y="1296000"/>
            <a:ext cx="279000" cy="158400"/>
          </a:xfrm>
          <a:prstGeom prst="roundRect">
            <a:avLst>
              <a:gd name="adj" fmla="val 46182"/>
            </a:avLst>
          </a:prstGeom>
          <a:ln w="7620">
            <a:solidFill>
              <a:srgbClr val="A9BD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32000" y="1296000"/>
            <a:ext cx="279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630" dirty="0"/>
          </a:p>
        </p:txBody>
      </p:sp>
      <p:sp>
        <p:nvSpPr>
          <p:cNvPr id="11" name="nivel Universidad"/>
          <p:cNvSpPr/>
          <p:nvPr/>
        </p:nvSpPr>
        <p:spPr>
          <a:xfrm>
            <a:off x="2565000" y="1296000"/>
            <a:ext cx="639000" cy="158400"/>
          </a:xfrm>
          <a:prstGeom prst="roundRect">
            <a:avLst>
              <a:gd name="adj" fmla="val 46182"/>
            </a:avLst>
          </a:prstGeom>
          <a:ln w="7620">
            <a:solidFill>
              <a:srgbClr val="A9BDB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5000" y="1296000"/>
            <a:ext cx="639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630" dirty="0"/>
          </a:p>
        </p:txBody>
      </p:sp>
      <p:sp>
        <p:nvSpPr>
          <p:cNvPr id="13" name="autoridad"/>
          <p:cNvSpPr txBox="1"/>
          <p:nvPr/>
        </p:nvSpPr>
        <p:spPr>
          <a:xfrm>
            <a:off x="1584000" y="1692000"/>
            <a:ext cx="162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30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630" dirty="0"/>
          </a:p>
          <a:p>
            <a:pPr indent="0" marL="0">
              <a:buNone/>
            </a:pPr>
            <a:r>
              <a:rPr lang="en-US" sz="630" b="1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oferta"/>
          <p:cNvSpPr/>
          <p:nvPr/>
        </p:nvSpPr>
        <p:spPr>
          <a:xfrm>
            <a:off x="0" y="0"/>
            <a:ext cx="3456000" cy="882000"/>
          </a:xfrm>
          <a:prstGeom prst="rect">
            <a:avLst/>
          </a:prstGeom>
          <a:solidFill>
            <a:srgbClr val="F3D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2000" y="172800"/>
            <a:ext cx="1980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mensual</a:t>
            </a:r>
            <a:endParaRPr lang="en-US" sz="1300" dirty="0"/>
          </a:p>
        </p:txBody>
      </p:sp>
      <p:sp>
        <p:nvSpPr>
          <p:cNvPr id="4" name="oferta"/>
          <p:cNvSpPr txBox="1"/>
          <p:nvPr/>
        </p:nvSpPr>
        <p:spPr>
          <a:xfrm>
            <a:off x="252000" y="388800"/>
            <a:ext cx="2088000" cy="30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pPr indent="0" marL="0">
              <a:buNone/>
            </a:pPr>
            <a:r>
              <a:rPr lang="en-US" sz="13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de descuento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252000" y="705600"/>
            <a:ext cx="19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facilidades de pago</a:t>
            </a:r>
            <a:endParaRPr lang="en-US" sz="680" dirty="0"/>
          </a:p>
        </p:txBody>
      </p:sp>
      <p:sp>
        <p:nvSpPr>
          <p:cNvPr id="6" name="fondo QR"/>
          <p:cNvSpPr/>
          <p:nvPr/>
        </p:nvSpPr>
        <p:spPr>
          <a:xfrm>
            <a:off x="2649600" y="144000"/>
            <a:ext cx="554400" cy="55440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</p:sp>
      <p:pic>
        <p:nvPicPr>
          <p:cNvPr id="7" name="QR WhatsApp" descr="QR a 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2800" y="187200"/>
            <a:ext cx="468000" cy="468000"/>
          </a:xfrm>
          <a:prstGeom prst="rect">
            <a:avLst/>
          </a:prstGeom>
        </p:spPr>
      </p:pic>
      <p:sp>
        <p:nvSpPr>
          <p:cNvPr id="8" name="paso 1"/>
          <p:cNvSpPr txBox="1"/>
          <p:nvPr/>
        </p:nvSpPr>
        <p:spPr>
          <a:xfrm>
            <a:off x="252000" y="1008000"/>
            <a:ext cx="93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850" dirty="0"/>
          </a:p>
          <a:p>
            <a:pPr indent="0" marL="0">
              <a:buNone/>
            </a:pPr>
            <a:r>
              <a:rPr lang="en-US" sz="62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Ubicamos dónde se traba.</a:t>
            </a:r>
            <a:endParaRPr lang="en-US" sz="850" dirty="0"/>
          </a:p>
        </p:txBody>
      </p:sp>
      <p:sp>
        <p:nvSpPr>
          <p:cNvPr id="9" name="paso 2"/>
          <p:cNvSpPr txBox="1"/>
          <p:nvPr/>
        </p:nvSpPr>
        <p:spPr>
          <a:xfrm>
            <a:off x="1234800" y="1008000"/>
            <a:ext cx="93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850" dirty="0"/>
          </a:p>
          <a:p>
            <a:pPr indent="0" marL="0">
              <a:buNone/>
            </a:pPr>
            <a:r>
              <a:rPr lang="en-US" sz="62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hasta su examen.</a:t>
            </a:r>
            <a:endParaRPr lang="en-US" sz="850" dirty="0"/>
          </a:p>
        </p:txBody>
      </p:sp>
      <p:sp>
        <p:nvSpPr>
          <p:cNvPr id="10" name="paso 3"/>
          <p:cNvSpPr txBox="1"/>
          <p:nvPr/>
        </p:nvSpPr>
        <p:spPr>
          <a:xfrm>
            <a:off x="2217600" y="1008000"/>
            <a:ext cx="93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850" dirty="0"/>
          </a:p>
          <a:p>
            <a:pPr indent="0" marL="0">
              <a:buNone/>
            </a:pPr>
            <a:r>
              <a:rPr lang="en-US" sz="62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mes, su avance.</a:t>
            </a:r>
            <a:endParaRPr lang="en-US" sz="850" dirty="0"/>
          </a:p>
        </p:txBody>
      </p:sp>
      <p:sp>
        <p:nvSpPr>
          <p:cNvPr id="11" name="viñeta Secundaria y pre: "/>
          <p:cNvSpPr/>
          <p:nvPr/>
        </p:nvSpPr>
        <p:spPr>
          <a:xfrm>
            <a:off x="259200" y="1416600"/>
            <a:ext cx="41400" cy="41400"/>
          </a:xfrm>
          <a:prstGeom prst="ellipse">
            <a:avLst/>
          </a:prstGeom>
          <a:solidFill>
            <a:srgbClr val="F3D34A"/>
          </a:solidFill>
          <a:ln w="3810">
            <a:solidFill>
              <a:srgbClr val="23443A"/>
            </a:solidFill>
            <a:prstDash val="solid"/>
          </a:ln>
        </p:spPr>
      </p:sp>
      <p:sp>
        <p:nvSpPr>
          <p:cNvPr id="12" name="cursos Secundaria y pre: "/>
          <p:cNvSpPr txBox="1"/>
          <p:nvPr/>
        </p:nvSpPr>
        <p:spPr>
          <a:xfrm>
            <a:off x="352800" y="1386000"/>
            <a:ext cx="2844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 y pre: </a:t>
            </a:r>
            <a:pPr indent="0" marL="0">
              <a:buNone/>
            </a:pPr>
            <a:r>
              <a:rPr lang="en-US" sz="60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Álgebra, Aritmética, Geometría, Trigonometría, Física y Química.</a:t>
            </a:r>
            <a:endParaRPr lang="en-US" sz="600" dirty="0"/>
          </a:p>
        </p:txBody>
      </p:sp>
      <p:sp>
        <p:nvSpPr>
          <p:cNvPr id="13" name="viñeta Universidad: "/>
          <p:cNvSpPr/>
          <p:nvPr/>
        </p:nvSpPr>
        <p:spPr>
          <a:xfrm>
            <a:off x="259200" y="1542600"/>
            <a:ext cx="41400" cy="41400"/>
          </a:xfrm>
          <a:prstGeom prst="ellipse">
            <a:avLst/>
          </a:prstGeom>
          <a:solidFill>
            <a:srgbClr val="F3D34A"/>
          </a:solidFill>
          <a:ln w="3810">
            <a:solidFill>
              <a:srgbClr val="23443A"/>
            </a:solidFill>
            <a:prstDash val="solid"/>
          </a:ln>
        </p:spPr>
      </p:sp>
      <p:sp>
        <p:nvSpPr>
          <p:cNvPr id="14" name="cursos Universidad: "/>
          <p:cNvSpPr txBox="1"/>
          <p:nvPr/>
        </p:nvSpPr>
        <p:spPr>
          <a:xfrm>
            <a:off x="352800" y="1512000"/>
            <a:ext cx="2844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Universidad: </a:t>
            </a:r>
            <a:pPr indent="0" marL="0">
              <a:buNone/>
            </a:pPr>
            <a:r>
              <a:rPr lang="en-US" sz="60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Cálculo, Física, Química y cursos de Ingeniería.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52000" y="1713600"/>
            <a:ext cx="2952000" cy="0"/>
          </a:xfrm>
          <a:prstGeom prst="line">
            <a:avLst/>
          </a:prstGeom>
          <a:noFill/>
          <a:ln w="7620">
            <a:solidFill>
              <a:srgbClr val="DDE3DF"/>
            </a:solidFill>
            <a:prstDash val="solid"/>
          </a:ln>
        </p:spPr>
      </p:sp>
      <p:sp>
        <p:nvSpPr>
          <p:cNvPr id="16" name="whatsapp"/>
          <p:cNvSpPr txBox="1"/>
          <p:nvPr/>
        </p:nvSpPr>
        <p:spPr>
          <a:xfrm>
            <a:off x="252000" y="1749600"/>
            <a:ext cx="1116000" cy="19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 </a:t>
            </a:r>
            <a:pPr indent="0" marL="0">
              <a:buNone/>
            </a:pPr>
            <a:r>
              <a:rPr lang="en-US" sz="650" b="1" dirty="0">
                <a:solidFill>
                  <a:srgbClr val="1B243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+51 961 956 660</a:t>
            </a:r>
            <a:endParaRPr lang="en-US" sz="650" dirty="0"/>
          </a:p>
        </p:txBody>
      </p:sp>
      <p:sp>
        <p:nvSpPr>
          <p:cNvPr id="17" name="instagram"/>
          <p:cNvSpPr txBox="1"/>
          <p:nvPr/>
        </p:nvSpPr>
        <p:spPr>
          <a:xfrm>
            <a:off x="1350000" y="1749600"/>
            <a:ext cx="1080000" cy="19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Instagram  </a:t>
            </a:r>
            <a:pPr indent="0" marL="0">
              <a:buNone/>
            </a:pPr>
            <a:r>
              <a:rPr lang="en-US" sz="650" b="1" dirty="0">
                <a:solidFill>
                  <a:srgbClr val="1B243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@despeja.clases</a:t>
            </a:r>
            <a:endParaRPr lang="en-US" sz="650" dirty="0"/>
          </a:p>
        </p:txBody>
      </p:sp>
      <p:sp>
        <p:nvSpPr>
          <p:cNvPr id="18" name="grupos"/>
          <p:cNvSpPr txBox="1"/>
          <p:nvPr/>
        </p:nvSpPr>
        <p:spPr>
          <a:xfrm>
            <a:off x="2484000" y="1749600"/>
            <a:ext cx="720000" cy="19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CF233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Máx. 4 por grupo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tarjeta de presentación</dc:title>
  <dc:subject>PptxGenJS Presentation</dc:subject>
  <dc:creator>PptxGenJS</dc:creator>
  <cp:lastModifiedBy>PptxGenJS</cp:lastModifiedBy>
  <cp:revision>1</cp:revision>
  <dcterms:created xsi:type="dcterms:W3CDTF">2026-10-05T03:40:08Z</dcterms:created>
  <dcterms:modified xsi:type="dcterms:W3CDTF">2026-10-05T03:40:08Z</dcterms:modified>
</cp:coreProperties>
</file>