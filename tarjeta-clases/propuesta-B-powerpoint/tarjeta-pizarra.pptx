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3456000" cy="2196000"/>
  <p:notesSz cx="2196000" cy="34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Frente. Tamaño final 90x55 mm; el borde exterior de 3 mm es sangrado y se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Reverso. Confirmar el usuario de Instagram antes de imprimir.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ula F = m·a"/>
          <p:cNvSpPr txBox="1"/>
          <p:nvPr/>
        </p:nvSpPr>
        <p:spPr>
          <a:xfrm rot="-300000">
            <a:off x="2484000" y="1800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 = m·a</a:t>
            </a:r>
            <a:endParaRPr lang="en-US" sz="800" dirty="0"/>
          </a:p>
        </p:txBody>
      </p:sp>
      <p:sp>
        <p:nvSpPr>
          <p:cNvPr id="3" name="formula Δx / Δt"/>
          <p:cNvSpPr txBox="1"/>
          <p:nvPr/>
        </p:nvSpPr>
        <p:spPr>
          <a:xfrm rot="240000">
            <a:off x="2520000" y="11160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Δx / Δt</a:t>
            </a:r>
            <a:endParaRPr lang="en-US" sz="800" dirty="0"/>
          </a:p>
        </p:txBody>
      </p:sp>
      <p:sp>
        <p:nvSpPr>
          <p:cNvPr id="4" name="formula ∫ f(x) dx"/>
          <p:cNvSpPr txBox="1"/>
          <p:nvPr/>
        </p:nvSpPr>
        <p:spPr>
          <a:xfrm rot="-180000">
            <a:off x="2304000" y="13392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∫ f(x) dx</a:t>
            </a:r>
            <a:endParaRPr lang="en-US" sz="700" dirty="0"/>
          </a:p>
        </p:txBody>
      </p:sp>
      <p:sp>
        <p:nvSpPr>
          <p:cNvPr id="5" name="servicio"/>
          <p:cNvSpPr txBox="1"/>
          <p:nvPr/>
        </p:nvSpPr>
        <p:spPr>
          <a:xfrm>
            <a:off x="252000" y="252000"/>
            <a:ext cx="2088000" cy="12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7FA796"/>
                </a:solidFill>
              </a:rPr>
              <a:t>Clases particulares y grupales para su hijo(a)</a:t>
            </a:r>
            <a:endParaRPr lang="en-US" sz="700" dirty="0"/>
          </a:p>
        </p:txBody>
      </p:sp>
      <p:sp>
        <p:nvSpPr>
          <p:cNvPr id="6" name="titular"/>
          <p:cNvSpPr txBox="1"/>
          <p:nvPr/>
        </p:nvSpPr>
        <p:spPr>
          <a:xfrm>
            <a:off x="252000" y="432000"/>
            <a:ext cx="2016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F2F0E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Despejamos</a:t>
            </a:r>
            <a:endParaRPr lang="en-US" sz="2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F2F0E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sus dudas.</a:t>
            </a:r>
            <a:endParaRPr lang="en-US" sz="2300" dirty="0"/>
          </a:p>
        </p:txBody>
      </p:sp>
      <p:sp>
        <p:nvSpPr>
          <p:cNvPr id="7" name="cursos"/>
          <p:cNvSpPr txBox="1"/>
          <p:nvPr/>
        </p:nvSpPr>
        <p:spPr>
          <a:xfrm>
            <a:off x="252000" y="1152000"/>
            <a:ext cx="22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b="1" dirty="0">
                <a:solidFill>
                  <a:srgbClr val="F2F0E6">
                    <a:alpha val="92000"/>
                  </a:srgbClr>
                </a:solidFill>
              </a:rPr>
              <a:t>Números y ciencias, de principio a fin</a:t>
            </a:r>
            <a:endParaRPr lang="en-US" sz="7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F2F0E6">
                    <a:alpha val="92000"/>
                  </a:srgbClr>
                </a:solidFill>
              </a:rPr>
              <a:t>Secundaria · Preuniversitario · Universidad</a:t>
            </a:r>
            <a:endParaRPr lang="en-US" sz="720" dirty="0"/>
          </a:p>
        </p:txBody>
      </p:sp>
      <p:sp>
        <p:nvSpPr>
          <p:cNvPr id="8" name="circulo tiza"/>
          <p:cNvSpPr/>
          <p:nvPr/>
        </p:nvSpPr>
        <p:spPr>
          <a:xfrm rot="-480000">
            <a:off x="2484000" y="486000"/>
            <a:ext cx="612000" cy="540000"/>
          </a:xfrm>
          <a:prstGeom prst="ellipse">
            <a:avLst/>
          </a:prstGeom>
          <a:ln w="11430">
            <a:solidFill>
              <a:srgbClr val="F3D34A"/>
            </a:solidFill>
            <a:prstDash val="solid"/>
          </a:ln>
        </p:spPr>
      </p:sp>
      <p:sp>
        <p:nvSpPr>
          <p:cNvPr id="9" name="x"/>
          <p:cNvSpPr txBox="1"/>
          <p:nvPr/>
        </p:nvSpPr>
        <p:spPr>
          <a:xfrm>
            <a:off x="2484000" y="450000"/>
            <a:ext cx="612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i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x</a:t>
            </a:r>
            <a:endParaRPr lang="en-US" sz="4000" dirty="0"/>
          </a:p>
        </p:txBody>
      </p:sp>
      <p:sp>
        <p:nvSpPr>
          <p:cNvPr id="10" name="repisa"/>
          <p:cNvSpPr/>
          <p:nvPr/>
        </p:nvSpPr>
        <p:spPr>
          <a:xfrm>
            <a:off x="252000" y="1584000"/>
            <a:ext cx="2952000" cy="0"/>
          </a:xfrm>
          <a:prstGeom prst="line">
            <a:avLst/>
          </a:prstGeom>
          <a:noFill/>
          <a:ln w="6350">
            <a:solidFill>
              <a:srgbClr val="7FA796"/>
            </a:solidFill>
            <a:prstDash val="sysDot"/>
          </a:ln>
        </p:spPr>
      </p:sp>
      <p:sp>
        <p:nvSpPr>
          <p:cNvPr id="11" name="marca"/>
          <p:cNvSpPr txBox="1"/>
          <p:nvPr/>
        </p:nvSpPr>
        <p:spPr>
          <a:xfrm>
            <a:off x="252000" y="1656000"/>
            <a:ext cx="108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Despeja</a:t>
            </a:r>
            <a:endParaRPr lang="en-US" sz="1300" dirty="0"/>
          </a:p>
        </p:txBody>
      </p:sp>
      <p:sp>
        <p:nvSpPr>
          <p:cNvPr id="12" name="autoridad"/>
          <p:cNvSpPr txBox="1"/>
          <p:nvPr/>
        </p:nvSpPr>
        <p:spPr>
          <a:xfrm>
            <a:off x="1296000" y="1656000"/>
            <a:ext cx="190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F2F0E6"/>
                </a:solidFill>
              </a:rPr>
              <a:t>Profesores de Ingeniería de la</a:t>
            </a:r>
            <a:endParaRPr lang="en-US" sz="6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F2F0E6"/>
                </a:solidFill>
              </a:rPr>
              <a:t>Pontificia Universidad Católica del Perú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 reverso"/>
          <p:cNvSpPr txBox="1"/>
          <p:nvPr/>
        </p:nvSpPr>
        <p:spPr>
          <a:xfrm>
            <a:off x="252000" y="252000"/>
            <a:ext cx="2088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344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 hijo(a), paso a paso</a:t>
            </a:r>
            <a:endParaRPr lang="en-US" sz="1050" dirty="0"/>
          </a:p>
        </p:txBody>
      </p:sp>
      <p:sp>
        <p:nvSpPr>
          <p:cNvPr id="3" name="paso 1"/>
          <p:cNvSpPr/>
          <p:nvPr/>
        </p:nvSpPr>
        <p:spPr>
          <a:xfrm>
            <a:off x="252000" y="5040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2000" y="5040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1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486000" y="471600"/>
            <a:ext cx="1746000" cy="22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3443A"/>
                </a:solidFill>
              </a:rPr>
              <a:t>Diagnóstico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B4A44"/>
                </a:solidFill>
              </a:rPr>
              <a:t>ubicamos el tema exacto donde se traba.</a:t>
            </a:r>
            <a:endParaRPr lang="en-US" sz="700" dirty="0"/>
          </a:p>
        </p:txBody>
      </p:sp>
      <p:sp>
        <p:nvSpPr>
          <p:cNvPr id="6" name="paso 2"/>
          <p:cNvSpPr/>
          <p:nvPr/>
        </p:nvSpPr>
        <p:spPr>
          <a:xfrm>
            <a:off x="252000" y="7632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2000" y="7632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2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86000" y="730800"/>
            <a:ext cx="1746000" cy="22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3443A"/>
                </a:solidFill>
              </a:rPr>
              <a:t>Plan semanal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B4A44"/>
                </a:solidFill>
              </a:rPr>
              <a:t>metas claras hasta su examen.</a:t>
            </a:r>
            <a:endParaRPr lang="en-US" sz="700" dirty="0"/>
          </a:p>
        </p:txBody>
      </p:sp>
      <p:sp>
        <p:nvSpPr>
          <p:cNvPr id="9" name="paso 3"/>
          <p:cNvSpPr/>
          <p:nvPr/>
        </p:nvSpPr>
        <p:spPr>
          <a:xfrm>
            <a:off x="252000" y="10224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2000" y="10224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3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486000" y="990000"/>
            <a:ext cx="1746000" cy="22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3443A"/>
                </a:solidFill>
              </a:rPr>
              <a:t>Reporte a los padres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B4A44"/>
                </a:solidFill>
              </a:rPr>
              <a:t>cada mes usted sabe cómo avanza.</a:t>
            </a:r>
            <a:endParaRPr lang="en-US" sz="700" dirty="0"/>
          </a:p>
        </p:txBody>
      </p:sp>
      <p:sp>
        <p:nvSpPr>
          <p:cNvPr id="12" name="cursos detalle"/>
          <p:cNvSpPr txBox="1"/>
          <p:nvPr/>
        </p:nvSpPr>
        <p:spPr>
          <a:xfrm>
            <a:off x="252000" y="1310400"/>
            <a:ext cx="198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dirty="0">
                <a:solidFill>
                  <a:srgbClr val="23443A"/>
                </a:solidFill>
              </a:rPr>
              <a:t>Cursos: </a:t>
            </a:r>
            <a:pPr indent="0" marL="0">
              <a:buNone/>
            </a:pPr>
            <a:r>
              <a:rPr lang="en-US" sz="600" dirty="0">
                <a:solidFill>
                  <a:srgbClr val="3B4A44"/>
                </a:solidFill>
              </a:rPr>
              <a:t>Álgebra, Aritmética, Geometría, Trigonometría, Física, Química, Cálculo y cursos de Ingeniería.</a:t>
            </a:r>
            <a:endParaRPr lang="en-US" sz="600" dirty="0"/>
          </a:p>
        </p:txBody>
      </p:sp>
      <p:sp>
        <p:nvSpPr>
          <p:cNvPr id="13" name="oferta"/>
          <p:cNvSpPr/>
          <p:nvPr/>
        </p:nvSpPr>
        <p:spPr>
          <a:xfrm>
            <a:off x="2376000" y="252000"/>
            <a:ext cx="828000" cy="540000"/>
          </a:xfrm>
          <a:prstGeom prst="roundRect">
            <a:avLst>
              <a:gd name="adj" fmla="val 10160"/>
            </a:avLst>
          </a:prstGeom>
          <a:solidFill>
            <a:srgbClr val="2344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76000" y="252000"/>
            <a:ext cx="828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2F0E6"/>
                </a:solidFill>
              </a:rPr>
              <a:t>Plan mensual</a:t>
            </a:r>
            <a:endParaRPr lang="en-US" sz="65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10%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2F0E6"/>
                </a:solidFill>
              </a:rPr>
              <a:t>de descuento</a:t>
            </a:r>
            <a:endParaRPr lang="en-US" sz="650" dirty="0"/>
          </a:p>
        </p:txBody>
      </p:sp>
      <p:pic>
        <p:nvPicPr>
          <p:cNvPr id="15" name="QR WhatsApp" descr="QR a Whats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000" y="882000"/>
            <a:ext cx="540000" cy="5400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376000" y="1447200"/>
            <a:ext cx="828000" cy="9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3E6B5A"/>
                </a:solidFill>
              </a:rPr>
              <a:t>Escanee y escríbanos</a:t>
            </a:r>
            <a:endParaRPr lang="en-US" sz="600" dirty="0"/>
          </a:p>
        </p:txBody>
      </p:sp>
      <p:sp>
        <p:nvSpPr>
          <p:cNvPr id="17" name="Shape 14"/>
          <p:cNvSpPr/>
          <p:nvPr/>
        </p:nvSpPr>
        <p:spPr>
          <a:xfrm>
            <a:off x="252000" y="1584000"/>
            <a:ext cx="2952000" cy="0"/>
          </a:xfrm>
          <a:prstGeom prst="line">
            <a:avLst/>
          </a:prstGeom>
          <a:noFill/>
          <a:ln w="6350">
            <a:solidFill>
              <a:srgbClr val="C9D3CE"/>
            </a:solidFill>
            <a:prstDash val="solid"/>
          </a:ln>
        </p:spPr>
      </p:sp>
      <p:sp>
        <p:nvSpPr>
          <p:cNvPr id="18" name="whatsapp"/>
          <p:cNvSpPr txBox="1"/>
          <p:nvPr/>
        </p:nvSpPr>
        <p:spPr>
          <a:xfrm>
            <a:off x="252000" y="1656000"/>
            <a:ext cx="1116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FA796"/>
                </a:solidFill>
              </a:rPr>
              <a:t>WhatsApp  </a:t>
            </a:r>
            <a:pPr indent="0" marL="0">
              <a:buNone/>
            </a:pPr>
            <a:r>
              <a:rPr lang="en-US" sz="680" b="1" dirty="0">
                <a:solidFill>
                  <a:srgbClr val="1D2B25"/>
                </a:solidFill>
              </a:rPr>
              <a:t>+51 961 956 660</a:t>
            </a:r>
            <a:endParaRPr lang="en-US" sz="680" dirty="0"/>
          </a:p>
        </p:txBody>
      </p:sp>
      <p:sp>
        <p:nvSpPr>
          <p:cNvPr id="19" name="instagram (pendiente confirmar)"/>
          <p:cNvSpPr txBox="1"/>
          <p:nvPr/>
        </p:nvSpPr>
        <p:spPr>
          <a:xfrm>
            <a:off x="1386000" y="1656000"/>
            <a:ext cx="108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FA796"/>
                </a:solidFill>
              </a:rPr>
              <a:t>Instagram  </a:t>
            </a:r>
            <a:pPr indent="0" marL="0">
              <a:buNone/>
            </a:pPr>
            <a:r>
              <a:rPr lang="en-US" sz="680" b="1" dirty="0">
                <a:solidFill>
                  <a:srgbClr val="1D2B25"/>
                </a:solidFill>
              </a:rPr>
              <a:t>@despeja.clases</a:t>
            </a:r>
            <a:endParaRPr lang="en-US" sz="680" dirty="0"/>
          </a:p>
        </p:txBody>
      </p:sp>
      <p:sp>
        <p:nvSpPr>
          <p:cNvPr id="20" name="facilidades"/>
          <p:cNvSpPr txBox="1"/>
          <p:nvPr/>
        </p:nvSpPr>
        <p:spPr>
          <a:xfrm>
            <a:off x="2484000" y="1656000"/>
            <a:ext cx="7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9452E"/>
                </a:solidFill>
              </a:rPr>
              <a:t>Facilidades de pago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zarra">
  <a:themeElements>
    <a:clrScheme name="Pizarra">
      <a:dk1>
        <a:srgbClr val="1D2B25"/>
      </a:dk1>
      <a:lt1>
        <a:srgbClr val="FFFFFF"/>
      </a:lt1>
      <a:dk2>
        <a:srgbClr val="23443A"/>
      </a:dk2>
      <a:lt2>
        <a:srgbClr val="EEF2EE"/>
      </a:lt2>
      <a:accent1>
        <a:srgbClr val="F3D34A"/>
      </a:accent1>
      <a:accent2>
        <a:srgbClr val="F2F0E6"/>
      </a:accent2>
      <a:accent3>
        <a:srgbClr val="7FA796"/>
      </a:accent3>
      <a:accent4>
        <a:srgbClr val="C9452E"/>
      </a:accent4>
      <a:accent5>
        <a:srgbClr val="3E6B5A"/>
      </a:accent5>
      <a:accent6>
        <a:srgbClr val="9AA7A1"/>
      </a:accent6>
      <a:hlink>
        <a:srgbClr val="23443A"/>
      </a:hlink>
      <a:folHlink>
        <a:srgbClr val="3E6B5A"/>
      </a:folHlink>
    </a:clrScheme>
    <a:fontScheme name="Pizarra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Tarjeta de presentación: clases</dc:title>
  <dc:subject>PptxGenJS Presentation</dc:subject>
  <dc:creator>PptxGenJS</dc:creator>
  <cp:lastModifiedBy>PptxGenJS</cp:lastModifiedBy>
  <cp:revision>1</cp:revision>
  <dcterms:created xsi:type="dcterms:W3CDTF">2026-10-05T02:33:55Z</dcterms:created>
  <dcterms:modified xsi:type="dcterms:W3CDTF">2026-10-05T02:33:55Z</dcterms:modified>
</cp:coreProperties>
</file>